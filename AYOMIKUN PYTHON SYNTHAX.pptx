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9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16"/>
    <p:sldId id="271" r:id="rId17"/>
    <p:sldId id="272" r:id="rId18"/>
    <p:sldId id="273" r:id="rId19"/>
    <p:sldId id="274" r:id="rId20"/>
    <p:sldId id="276" r:id="rId21"/>
    <p:sldId id="275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529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19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07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829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489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9391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605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1254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813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3785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1337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77396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2011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51769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016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0548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06803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081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2C465-80C8-5527-E3FF-26BFD1AB9A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DESIGN AND DEVELOPMENT OF A COMPUTER-BASED SALES AND INVENTORY MANAGEMENT SYSTEM USING PYTHON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6ED8E20-182D-E1AB-F460-58565CCFFB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AKINLADE AYOMIKUN DORCAS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JULY, 2026</a:t>
            </a:r>
          </a:p>
        </p:txBody>
      </p:sp>
    </p:spTree>
    <p:extLst>
      <p:ext uri="{BB962C8B-B14F-4D97-AF65-F5344CB8AC3E}">
        <p14:creationId xmlns:p14="http://schemas.microsoft.com/office/powerpoint/2010/main" val="3480135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E9767-F83D-78F8-858D-5E714B46C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0E463-D506-FD6E-805D-8815B052E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is a valuable business asset that requires efficient management.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SMEs still use manual record-keeping methods.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systems often result in inaccurate stock records, delayed reporting, and poor decision-making.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Computerized inventory systems improve efficiency through automation and real-time monitoring.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integrates inventory control with business analytics to enhance operational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3794067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15D2D-436D-7A54-A226-723CB646B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 of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E6128-B8C7-624F-A0FC-3B8A79709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inventory systems face several challenges: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Inaccurate stock records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 errors during calculations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Difficulty monitoring sales performance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Delayed stock replenishment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Poor financial reporting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real-time business insights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Time-consuming manual inventory management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9191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53ED6-F1C4-4D29-2A58-6EBD5FBFC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611CC-6A22-026B-84AB-CF19B3944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Smart Inventory Management System that automates inventory control, sales tracking, profit computation, and business visualization using Python.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5495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BA177-C910-540F-3F18-BCD8B747B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872D0-FD99-D384-A103-EE5878148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inventory database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stock availability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 product sales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income automatically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 business profit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 low-stock items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graphical reports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managerial decision-making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9848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99ED4-F600-07CE-3628-D7C85E3F2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Significance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E097B-239D-D755-5920-16CCEC237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benefits: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Small and Medium Enterprises (SMEs)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Retail stores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Warehouses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Pharmacies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Supermarkets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6499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152E1-145B-72A9-767B-677C7D419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1124D-366F-F799-FEF5-36478DA06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Accurate inventory records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 stock monitoring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paperwork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productivity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financial analysis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business monitoring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informed decision-making  </a:t>
            </a:r>
          </a:p>
        </p:txBody>
      </p:sp>
    </p:spTree>
    <p:extLst>
      <p:ext uri="{BB962C8B-B14F-4D97-AF65-F5344CB8AC3E}">
        <p14:creationId xmlns:p14="http://schemas.microsoft.com/office/powerpoint/2010/main" val="3793920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FD446-6B9A-CF56-5113-5BB60FA05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F6BCA-CD4F-98E4-FDA7-1FADEB2A9F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1"/>
            <a:ext cx="9601196" cy="370064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provides: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 registration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monitoring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recording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Income calculation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Profit computation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Low-stock alerts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visualization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performance reporting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5969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47B78-592F-8C00-8F19-B9C664D0F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DBE9-ED59-D858-8188-C27383966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Previous inventory systems focused mainly on: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record keeping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Spreadsheet management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Barcode systems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RFID technologies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Enterprise Resource Planning (ERP)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shows that integrating inventory management with data visualization improves business performance and decision-making.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5717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B0CC-C1EC-AC85-896C-C412672C4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37AEE-3AA8-50E3-6098-37BEC5469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Methodology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followed these stages: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 Analysis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Design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Development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Implementation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706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D65F-BA08-B49D-83F5-33F4713FA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9845-9133-59CB-650F-DBF8FF271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Language: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 Used: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NumPy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Environment: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Jupyter Notebook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5476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C7A32-2008-BB0B-618A-6B2CA2F68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A35EF-1A0B-F342-2019-8E04301F7D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Inventory Database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 Processing Engine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Sales Module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Profit Calculation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Income Calculation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Low Stock Detection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Dashboard Visualization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Reports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inputs data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stores information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processes transactions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displays reports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78499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F24EC-F417-AA96-D17E-A67301289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61A72-8922-EFA2-66DA-877C6A365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products, Update inventory, Delete records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 sales, Reduce stock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Profit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Calculates profit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Income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Computes revenue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Alert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Detects low stock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 business reports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4107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EC3B7-83A6-4EC2-57F7-4F8D5FBDE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Visualization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57897B-1BDD-2098-ABA3-452C9216E8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2544896"/>
            <a:ext cx="9601200" cy="3238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5584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79DDE-21A5-D129-991C-3E753EF97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in Excel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9C4B062-2DAA-88AA-2A4F-4230427B25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0" y="2514601"/>
            <a:ext cx="9601200" cy="3624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7950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A7AE8-C371-6759-4157-F6DA04E68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and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F912CD-1657-37CC-240E-C533347BD3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43170" y="2557463"/>
            <a:ext cx="9105660" cy="331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9005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0EB64-06AA-2A35-A137-AC24B4928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2B9DE-891C-6A9B-F1B7-A0426B574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7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Features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inventory management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tracking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Profit computation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Income analysis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Low-stock alerts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dashboard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 </a:t>
            </a:r>
          </a:p>
          <a:p>
            <a:r>
              <a:rPr lang="en-US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reporting</a:t>
            </a:r>
          </a:p>
          <a:p>
            <a:endParaRPr lang="en-US" sz="1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4510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1714A-6597-8482-D38E-A1C2037A2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5F38D2-926A-8E51-B450-BDBB8F72C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successfully automates inventory operations by integrating stock management, sales analysis, financial computation, and visualization into a single platform.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enhances efficiency, minimizes human errors, supports timely inventory replenishment, and provides real-time insights for better business decisions.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5997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A689D-10D7-AA02-3F16-1689E3F3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E01B0-9F77-C630-FBE7-A936675D3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database integration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Barcode scanning QR Code support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Web-based deployment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application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Multi-user authentication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demand forecasting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Email/SMS inventory alerts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dashboards (Power BI or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72330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62037-895C-B6D2-5E0E-5C6AF4791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Contributions to Knowledge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C5643-1EC5-0666-170F-BED04968F5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Developing an affordable Python-based inventory solution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Integrating inventory management with business analytics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Providing automated stock alert mechanisms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Combining inventory, sales, income, and profit analysis in one system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Supporting data-driven managerial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22735870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84C17-C6EC-6844-44C8-EEE707F1D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8D114-247A-C46E-1B97-5C321F315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556932"/>
            <a:ext cx="9601196" cy="3318936"/>
          </a:xfrm>
        </p:spPr>
        <p:txBody>
          <a:bodyPr/>
          <a:lstStyle/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attention. </a:t>
            </a:r>
          </a:p>
          <a:p>
            <a:pPr marL="0" indent="0" algn="ctr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welcome your questions and observations.</a:t>
            </a:r>
          </a:p>
        </p:txBody>
      </p:sp>
    </p:spTree>
    <p:extLst>
      <p:ext uri="{BB962C8B-B14F-4D97-AF65-F5344CB8AC3E}">
        <p14:creationId xmlns:p14="http://schemas.microsoft.com/office/powerpoint/2010/main" val="2009913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Custom 2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FFCABC"/>
      </a:accent1>
      <a:accent2>
        <a:srgbClr val="FFBD47"/>
      </a:accent2>
      <a:accent3>
        <a:srgbClr val="B64926"/>
      </a:accent3>
      <a:accent4>
        <a:srgbClr val="FF8427"/>
      </a:accent4>
      <a:accent5>
        <a:srgbClr val="BFBFBF"/>
      </a:accent5>
      <a:accent6>
        <a:srgbClr val="B22600"/>
      </a:accent6>
      <a:hlink>
        <a:srgbClr val="CC9900"/>
      </a:hlink>
      <a:folHlink>
        <a:srgbClr val="666699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118</TotalTime>
  <Words>555</Words>
  <Application>Microsoft Office PowerPoint</Application>
  <PresentationFormat>Widescreen</PresentationFormat>
  <Paragraphs>130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Garamond</vt:lpstr>
      <vt:lpstr>Times New Roman</vt:lpstr>
      <vt:lpstr>Organic</vt:lpstr>
      <vt:lpstr>                                                                        DESIGN AND DEVELOPMENT OF A COMPUTER-BASED SALES AND INVENTORY MANAGEMENT SYSTEM USING PYTHON </vt:lpstr>
      <vt:lpstr>Background of the Study</vt:lpstr>
      <vt:lpstr>Statement of the Problem</vt:lpstr>
      <vt:lpstr>Aim</vt:lpstr>
      <vt:lpstr>Objectives</vt:lpstr>
      <vt:lpstr>Significance of the Study</vt:lpstr>
      <vt:lpstr>Advantages</vt:lpstr>
      <vt:lpstr>Scope of the Study</vt:lpstr>
      <vt:lpstr>Literature Review</vt:lpstr>
      <vt:lpstr>Methodology</vt:lpstr>
      <vt:lpstr>Methodology</vt:lpstr>
      <vt:lpstr>System Architecture</vt:lpstr>
      <vt:lpstr>System Modules</vt:lpstr>
      <vt:lpstr>Dashboard Visualization</vt:lpstr>
      <vt:lpstr>Dashboard in Excel</vt:lpstr>
      <vt:lpstr>Results and Analysis</vt:lpstr>
      <vt:lpstr>Summary</vt:lpstr>
      <vt:lpstr>Conclusion</vt:lpstr>
      <vt:lpstr>Recommendations</vt:lpstr>
      <vt:lpstr>Contributions to Knowledge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4</cp:revision>
  <dcterms:created xsi:type="dcterms:W3CDTF">2026-07-06T11:23:28Z</dcterms:created>
  <dcterms:modified xsi:type="dcterms:W3CDTF">2026-07-07T13:59:59Z</dcterms:modified>
</cp:coreProperties>
</file>