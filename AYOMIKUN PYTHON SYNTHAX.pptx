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8" r:id="rId3"/>
    <p:sldId id="279" r:id="rId4"/>
    <p:sldId id="26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7" r:id="rId17"/>
    <p:sldId id="268" r:id="rId18"/>
    <p:sldId id="270" r:id="rId19"/>
    <p:sldId id="271" r:id="rId20"/>
    <p:sldId id="272" r:id="rId21"/>
    <p:sldId id="273" r:id="rId22"/>
    <p:sldId id="274" r:id="rId23"/>
    <p:sldId id="276" r:id="rId24"/>
    <p:sldId id="280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>
        <p:scale>
          <a:sx n="58" d="100"/>
          <a:sy n="58" d="100"/>
        </p:scale>
        <p:origin x="8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2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0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2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4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391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0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25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13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78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133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739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01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176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016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054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8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6D111B7-D0BA-4F94-AA57-BC0CCBE54C47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40FE368-F3BE-4386-88EF-9D5C20D79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8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C465-80C8-5527-E3FF-26BFD1AB9A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DESIGN AND DEVELOPMENT OF A COMPUTER-BASED SALES AND INVENTORY MANAGEMENT SYSTEM USING PYTHON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6ED8E20-182D-E1AB-F460-58565CCFFB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AKINLADE AYOMIKUN DORCAS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JULY, 2026</a:t>
            </a:r>
          </a:p>
        </p:txBody>
      </p:sp>
    </p:spTree>
    <p:extLst>
      <p:ext uri="{BB962C8B-B14F-4D97-AF65-F5344CB8AC3E}">
        <p14:creationId xmlns:p14="http://schemas.microsoft.com/office/powerpoint/2010/main" val="3480135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834B-146C-2728-A7D1-5153329C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68B3-D138-5BF8-E514-8B63CAB4F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Study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the Problem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study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study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				</a:t>
            </a:r>
          </a:p>
        </p:txBody>
      </p:sp>
    </p:spTree>
    <p:extLst>
      <p:ext uri="{BB962C8B-B14F-4D97-AF65-F5344CB8AC3E}">
        <p14:creationId xmlns:p14="http://schemas.microsoft.com/office/powerpoint/2010/main" val="2921905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CEAE-31DD-4BD0-453C-90960E48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24BF3-917A-5B8A-A910-744E4593F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			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			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Recommendations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to Knowledge	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2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9767-F83D-78F8-858D-5E714B46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0E463-D506-FD6E-805D-8815B052E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is a valuable business asset that requires efficient management.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SMEs still use manual record-keeping methods.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often result in inaccurate stock records, delayed reporting, and poor decision-making.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Computerized inventory systems improve efficiency through automation and real-time monitoring.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integrates inventory control with business analytics to enhance operational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94067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5D2D-436D-7A54-A226-723CB646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6128-B8C7-624F-A0FC-3B8A79709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inventory systems face several challenges: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stock records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 during calculations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monitoring sales performance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stock replenishment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financial reporting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business insights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manual inventory management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19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53ED6-F1C4-4D29-2A58-6EBD5FBF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611CC-6A22-026B-84AB-CF19B3944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Inventory Management System that automates inventory control, sales tracking, profit computation, and business visualization using Python.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495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A177-C910-540F-3F18-BCD8B747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872D0-FD99-D384-A103-EE5878148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inventory database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stock availability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product sales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income automatically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business profit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low-stock items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graphical reports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managerial decision-making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84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9ED4-F600-07CE-3628-D7C85E3F2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E097B-239D-D755-5920-16CCEC237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benefits: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and Medium Enterprises (SMEs)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stores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499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152E1-145B-72A9-767B-677C7D419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1124D-366F-F799-FEF5-36478DA06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inventory records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stock monitoring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paperwork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productivity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financial analysis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business monitoring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informed decision-making  </a:t>
            </a:r>
          </a:p>
        </p:txBody>
      </p:sp>
    </p:spTree>
    <p:extLst>
      <p:ext uri="{BB962C8B-B14F-4D97-AF65-F5344CB8AC3E}">
        <p14:creationId xmlns:p14="http://schemas.microsoft.com/office/powerpoint/2010/main" val="379392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D446-6B9A-CF56-5113-5BB60FA05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F6BCA-CD4F-98E4-FDA7-1FADEB2A9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7006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registration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monitoring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recording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calculation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computation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Low-stock alerts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performance reporting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596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7B78-592F-8C00-8F19-B9C664D0F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DBE9-ED59-D858-8188-C27383966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inventory systems focused mainly 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keeping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 management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Barcode systems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technologies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Resource Planning (ERP)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shows that integrating inventory management with data visualization improves business performance and decision-making.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717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B0CC-C1EC-AC85-896C-C412672C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37AEE-3AA8-50E3-6098-37BEC5469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Methodology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followed these stages: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Development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Implementation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706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D65F-BA08-B49D-83F5-33F4713F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89845-9133-59CB-650F-DBF8FF271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476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C7A32-2008-BB0B-618A-6B2CA2F68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A35EF-1A0B-F342-2019-8E04301F7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Database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Processing Engine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Module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Profit Calculation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Income Calculation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Stock Detection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Visualization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data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stores information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processes transactions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displays reports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849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24EC-F417-AA96-D17E-A6730128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61A72-8922-EFA2-66DA-877C6A365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Module: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products, Update inventory, Delete records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Module: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sales, Reduce stock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Module: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profit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Module: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revenue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Module: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low stock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Module: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business reports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07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D03434-4547-BF5B-F4B6-EF4A4E352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7497" y="1297235"/>
            <a:ext cx="10540703" cy="426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2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C3B7-83A6-4EC2-57F7-4F8D5FBD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57897B-1BDD-2098-ABA3-452C9216E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44896"/>
            <a:ext cx="9601200" cy="323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558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79DDE-21A5-D129-991C-3E753EF97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 Excel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C4B062-2DAA-88AA-2A4F-4230427B2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2514601"/>
            <a:ext cx="9601200" cy="362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95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7AE8-C371-6759-4157-F6DA04E68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F912CD-1657-37CC-240E-C533347BD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3170" y="2557463"/>
            <a:ext cx="9105660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00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EB64-06AA-2A35-A137-AC24B4928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B9DE-891C-6A9B-F1B7-A0426B574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inventory management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tracking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computation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analysis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Low-stock alerts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dashboard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reporting</a:t>
            </a:r>
          </a:p>
          <a:p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451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714A-6597-8482-D38E-A1C2037A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F38D2-926A-8E51-B450-BDBB8F7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automates inventory operations by integrating stock management, sales analysis, financial computation, and visualization into a single platform.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efficiency, minimizes human errors, supports timely inventory replenishment, and provides real-time insights for better business decisions.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99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689D-10D7-AA02-3F16-1689E3F3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E01B0-9F77-C630-FBE7-A936675D3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integration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Barcode scanning QR Code support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deployment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authentication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demand forecasting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Email/SMS inventory alerts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(Power BI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72330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62037-895C-B6D2-5E0E-5C6AF479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to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C5643-1EC5-0666-170F-BED04968F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an affordable Python-based inventory solution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inventory management with business analytics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automated stock alert mechanisms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inventory, sales, income, and profit analysis in one system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data-driven managerial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2273587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80DB-A7B6-7D03-F76A-EA85EE1D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A4CA8-8258-5F28-0E9C-ADD0F6D49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Chopra, S., &amp; Meindl, P. (2019).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Management: Strategy, Planning, and Operation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(7th ed.). Pearson.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Heizer, J., Render, B., &amp; Munson, C. (2020).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(13th ed.). Pearson.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McKinney, W. (2022).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Data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ed.). O'Reilly Media.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 McKinney. (2022).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Data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O'Reilly.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 Rossum, G., &amp; Drake, F. L. (2009).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 Reference Manual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CreateSpace.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Hunter, J. D. (2007). Matplotlib: A 2D Graphics Environment.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in Science &amp; Engineering, 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90–95.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051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4C17-C6EC-6844-44C8-EEE707F1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8D114-247A-C46E-1B97-5C321F315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attention. 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welcome your questions and observations.</a:t>
            </a:r>
          </a:p>
        </p:txBody>
      </p:sp>
    </p:spTree>
    <p:extLst>
      <p:ext uri="{BB962C8B-B14F-4D97-AF65-F5344CB8AC3E}">
        <p14:creationId xmlns:p14="http://schemas.microsoft.com/office/powerpoint/2010/main" val="2009913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Custom 2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FFCABC"/>
      </a:accent1>
      <a:accent2>
        <a:srgbClr val="FFBD47"/>
      </a:accent2>
      <a:accent3>
        <a:srgbClr val="B64926"/>
      </a:accent3>
      <a:accent4>
        <a:srgbClr val="FF8427"/>
      </a:accent4>
      <a:accent5>
        <a:srgbClr val="BFBFBF"/>
      </a:accent5>
      <a:accent6>
        <a:srgbClr val="B22600"/>
      </a:accent6>
      <a:hlink>
        <a:srgbClr val="CC9900"/>
      </a:hlink>
      <a:folHlink>
        <a:srgbClr val="666699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199</TotalTime>
  <Words>751</Words>
  <Application>Microsoft Office PowerPoint</Application>
  <PresentationFormat>Widescreen</PresentationFormat>
  <Paragraphs>154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Garamond</vt:lpstr>
      <vt:lpstr>Times New Roman</vt:lpstr>
      <vt:lpstr>Organic</vt:lpstr>
      <vt:lpstr>                                                                        DESIGN AND DEVELOPMENT OF A COMPUTER-BASED SALES AND INVENTORY MANAGEMENT SYSTEM USING PYTHON </vt:lpstr>
      <vt:lpstr>Table of Contents  </vt:lpstr>
      <vt:lpstr>Table of Contents</vt:lpstr>
      <vt:lpstr>Background of the Study</vt:lpstr>
      <vt:lpstr>Statement of the Problem</vt:lpstr>
      <vt:lpstr>Aim</vt:lpstr>
      <vt:lpstr>Objectives</vt:lpstr>
      <vt:lpstr>Significance of the Study</vt:lpstr>
      <vt:lpstr>Advantages</vt:lpstr>
      <vt:lpstr>Scope of the Study</vt:lpstr>
      <vt:lpstr>Literature Review</vt:lpstr>
      <vt:lpstr>Methodology</vt:lpstr>
      <vt:lpstr>Methodology</vt:lpstr>
      <vt:lpstr>System Architecture</vt:lpstr>
      <vt:lpstr>System Modules</vt:lpstr>
      <vt:lpstr>PowerPoint Presentation</vt:lpstr>
      <vt:lpstr>Dashboard Visualization</vt:lpstr>
      <vt:lpstr>Dashboard in Excel</vt:lpstr>
      <vt:lpstr>Results and Analysis</vt:lpstr>
      <vt:lpstr>Summary</vt:lpstr>
      <vt:lpstr>Conclusion</vt:lpstr>
      <vt:lpstr>Recommendations</vt:lpstr>
      <vt:lpstr>Contributions to Knowledge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2026-07-06T11:23:28Z</dcterms:created>
  <dcterms:modified xsi:type="dcterms:W3CDTF">2026-07-08T05:17:53Z</dcterms:modified>
</cp:coreProperties>
</file>